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530AD"/>
                </a:solidFill>
                <a:latin typeface="Calibri"/>
              </a:defRPr>
            </a:pPr>
            <a:r>
              <a:t>Qiskit Transpiler Optimization Passes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Three Investigations into Level 2 Pipeline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1.  Optimization Loop: redundant iterations in the L2 loop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2.  Compute-Then-Apply: memory access pattern refactoring (15-30% speedup)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3.  3-Qubit Block Synthesis: separability splitting (-5% CX gates)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Sophia Wen  |  IBM Quantum  |  Benchpress + Qiskit fork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1. Optimization Loop: The L2 Loop Does No Useful Work After Iteration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Level 2 uses FixedPoint(size) AND FixedPoint(depth)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to detect convergence -- minimum 2 iterations always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Iteration 2+ only confirms "nothing changed"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Wastes 33-50% of optimization stage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803E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3444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Pre-loop passes (ConsolidateBlocks, UnitarySynthesis)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handle all 2Q reduction before the loop starts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Loop passes contribute 0 additional 2Q gates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on 12 out of 13 benchmark circuits</a:t>
            </a:r>
          </a:p>
          <a:p>
            <a:pPr>
              <a:spcAft>
                <a:spcPts val="4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Removing the loop entirely: identical gate 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Results: 13 Circuits on FakeTorino (133Q), Optimization Level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383280"/>
          <a:ext cx="685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05840"/>
                <a:gridCol w="1005840"/>
                <a:gridCol w="1371600"/>
                <a:gridCol w="1463040"/>
              </a:tblGrid>
              <a:tr h="32657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Old Iters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New Iters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2Q Gates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Regressed?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9,528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96,474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EfficientSU2_100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QAOA_100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BV_100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/>
                </a:tc>
              </a:tr>
              <a:tr h="3265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Heisenberg_100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Recommendation: Replace FixedPoint with a direct "changed" boolean flag. Passes return whether they modified 2Q gates; loop exits immediately when no pass reports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2. Compute-Then-Apply: Batching DAG Access for Cache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Three most expensive optimization passes: ConsolidateBlocks (51-75%), Optimize1qGatesDecomposition (6-15%), CommutativeCancellation (6-15%)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3931920" cy="201168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BEFORE: Interleaved read-compute-write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3657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item in items: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result = read_dag(item)   # READ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compute(result)           # COMPUTE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mutate_dag(result)        # WRITE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# next read hits cold cache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# (edges/nodes just modified)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371600"/>
            <a:ext cx="4114800" cy="201168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4173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AFTER: Batched compute-then-apply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627632"/>
            <a:ext cx="38404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# Phase 1: compute (DAG stable, cache warm)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results = []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item in items: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results.push(read_dag(item) + compute)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# Phase 2: apply (batch all mutations)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result in results: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mutate_dag(result)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611880"/>
            <a:ext cx="8412480" cy="64008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333333"/>
                </a:solidFill>
                <a:latin typeface="Calibri"/>
              </a:defRPr>
            </a:pPr>
            <a:r>
              <a:t>Key insight: Speedup comes from memory access patterns, not threading. remove_1q_sequence() / replace_block() / remove_op_node() modify petgraph's StableGraph edge lists after every item, invalidating CPU cache lines. Batching all reads first keeps the cache warm. Rayon ON vs OFF shows no difference.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Passes Refactored (all Rust, ~470 lines changed):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00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Optimize1qGatesDecomposition: extract process_run(), pre-compute basis data, parallel threshold 500 runs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CommutationAnalysis: extract per-wire function, &amp;mut self -&gt; &amp;self on CommutationChecker, parallel threshold 100 qubits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ConsolidateBlocks: TwoQBlockAction enum, 3-phase (classify/compute/apply), parallel threshold 200 blocks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Branch: parallel-optimization-passes  |  Base: 03c640f73  |  Full diff: 03c640f73...ea4abc77c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2. Compute-Then-Apply: Benchmark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FakeTorino (133Q heavy-hex), optimization level 2, 5 runs per circuit, mean reported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Remote Server (Intel Xeon, 160 vCPUs) -- Rayon 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087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914400"/>
              </a:tblGrid>
              <a:tr h="3135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2.626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2.051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1.28x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6.321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4.605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1.37x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1.03x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0.489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1.40x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1.15x</a:t>
                      </a:r>
                    </a:p>
                  </a:txBody>
                  <a:tcPr anchor="ctr"/>
                </a:tc>
              </a:tr>
              <a:tr h="3135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3.385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3.128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1.08x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Remote Server -- Rayon OFF (serial mode)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5087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914400"/>
              </a:tblGrid>
              <a:tr h="3135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2.175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1.24x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6.374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4.491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1.42x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1.02x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0.494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1.41x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1.12x</a:t>
                      </a:r>
                    </a:p>
                  </a:txBody>
                  <a:tcPr anchor="ctr"/>
                </a:tc>
              </a:tr>
              <a:tr h="3135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3.429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3.082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1.11x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39319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Rayon ON vs OFF (our branch) -- no measurable difference: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251960"/>
          <a:ext cx="5943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Remote 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Remote OFF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OFF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4.605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4.491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7.231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5.592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4.286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3.688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274320" y="5577840"/>
            <a:ext cx="8595360" cy="54864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333333"/>
                </a:solidFill>
                <a:latin typeface="Calibri"/>
              </a:defRPr>
            </a:pPr>
            <a:r>
              <a:t>Takeaway: 15-42% speedup on 50-100 qubit circuits from cache-friendly DAG access. Identical speedup with rayon ON and OFF confirms the gain is purely from compute-then-apply batching. No regressions on small circuits. Rayon parallelism is ready for future 1000+ qubit circuits.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3. 3-Qubit Block Synthesis: Separability Splitting for -5% CX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Problem &amp;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Qiskit has excellent 2Q synthesis (KAK/Weyl: 0-3 CX)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but no 3Q block optimization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Many 3Q blocks contain "bystander" qubits that don't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interact -- block is really 2Q + 1Q (tensor product)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Sequential strategy: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1. Run standard 2Q optimization (existing Level 2)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2. Detect separable 3Q blocks (identity coefficient test)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3. Split into 2Q + 1Q, route 2Q through KAK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4. Guard QSD with &gt;14 CX threshold for remainder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803E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3444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Separability accounts for 90% of all gains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(8,966 of 9,964 CX gates saved)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After 2Q KAK optimization, separability becomes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more prevalent: 1,498 blocks vs ~500 before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(KAK consolidation creates tensor-product structures)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QSD contributes only 10% of savings, and only on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circuits with dense 3Q blocks (e.g., multiplier)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Results: 8 Benchmark Circuits on FakeTorino, Level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25196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554480"/>
                <a:gridCol w="1371600"/>
                <a:gridCol w="1828800"/>
              </a:tblGrid>
              <a:tr h="304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CX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3Q Opt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CX Reduction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Separable Blocks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9,528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9,279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-2.6%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312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96,474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91,932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-4.7%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QAOA_100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-5.7%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12,845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12,137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-5.5%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Multiplier_10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4,120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3,861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-6.3%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181 (QSD)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Recommendation: Implement separability splitting as a Python pass (low effort, high impact). Guard QSD with &gt;14 CX threshold for targeted gains on dense circuits.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530AD"/>
                </a:solidFill>
                <a:latin typeface="Calibri"/>
              </a:defRPr>
            </a:pPr>
            <a:r>
              <a:t>Summary &amp; Next Steps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645920"/>
                <a:gridCol w="3200400"/>
                <a:gridCol w="1645920"/>
              </a:tblGrid>
              <a:tr h="3429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Investigation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Effort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Optimization Loop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Prototype done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33-50% fewer iterations, 0 regressions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 (flag change)</a:t>
                      </a:r>
                    </a:p>
                  </a:txBody>
                  <a:tcPr anchor="ctr"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Compute-Then-Apply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Implemented (fork)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15-42% speedup on opt passes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 (Rust refactor)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3Q Block Synthesis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Prototype done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-5% CX gates across benchmarks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 (Python pass)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All three optimizations are orthogonal -- they compose without interference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The L2 loop's value was assumed, not measured. Profiling 13 circuits showed it does nothing.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The parallelization hypothesis was wrong: actual gain is from cache-friendly memory access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3Q synthesis gains are dominated by separability (90%), not decomposition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377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Seek feedback from Qiskit transpiler team on all three proposals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Optimization loop: propose changed-flag approach for Level 2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Compute-then-apply: submit PR to Qiskit (branch: parallel-optimization-passes)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3Q synthesis: implement separability pass, integrate into Level 2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All code, benchmarks, and investigation docs: github.com/hfwen0502/qiskit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