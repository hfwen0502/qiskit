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530AD"/>
                </a:solidFill>
                <a:latin typeface="Calibri"/>
              </a:defRPr>
            </a:pPr>
            <a:r>
              <a:t>Qiskit Transpiler Optimization Passes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Three Investigations into Level 2 Pipeline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1.  Optimization Loop: opportunity-driven convergence for L2 (zero regression)</a:t>
            </a: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2.  Compute-Then-Apply: parallel DAG access refactoring (1.5-1.9x speedup)</a:t>
            </a: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3.  3-Qubit Block Synthesis: separability splitting (-5% CX gates)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Sophia Wen  |  IBM Quantum  |  Benchpress + Qiskit fork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1. Optimization Loop: Opportunity-Driven Convergence for Level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Level 2 uses FixedPoint(size) AND FixedPoint(depth)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Always requires a redundant "confirmation" iteration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that re-runs all passes just to verify nothing changed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Challenge: Optimize1qGatesDecomposition mutates DAG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unconditionally (replaces 1Q runs even when result is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identical). A naive "changed?" flag never converges.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803E"/>
                </a:solidFill>
                <a:latin typeface="Calibri"/>
              </a:defRPr>
            </a:pPr>
            <a:r>
              <a:t>Solution: Track Opportunity Producers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3444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Initial attempt: track only 2Q changes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→ 0.18% 1Q regression on QFT (69 gates)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→ rotation merges missed across iterations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Fix: also track rotation consolidation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_opt_pass_changed: 2Q gate removed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_opt_1q_consolidated: rotations merged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→ zero regression (A/B verified)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Results: Zero Regression vs FixedPoint (A/B tested)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03320"/>
          <a:ext cx="7772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371600"/>
                <a:gridCol w="1188720"/>
                <a:gridCol w="914400"/>
                <a:gridCol w="1463040"/>
              </a:tblGrid>
              <a:tr h="30044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FixedPoint Iters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Changed-Flag Iters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 Gates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Depth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Regressed?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37,687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5,404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(0 delta)</a:t>
                      </a:r>
                    </a:p>
                  </a:txBody>
                  <a:tcPr anchor="ctr"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96,474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EfficientSU2_100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1,494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(0 delta)</a:t>
                      </a:r>
                    </a:p>
                  </a:txBody>
                  <a:tcPr anchor="ctr"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QAOA_100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2,137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(0 delta)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BV_100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/>
                </a:tc>
              </a:tr>
              <a:tr h="3004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Heisenberg_100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Tracking rotation consolidation captures the CommutativeCancellation → Optimize1qGatesDecomposition cross-iteration benefit. Without it, skipping the extra iteration loses 1Q optimization on rotation-heavy circuits. With it: zero regression, fewer iterations, no analysis passes needed.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2. Compute-Then-Apply: Batching DAG Access for Cache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Three most expensive optimization passes: ConsolidateBlocks (51-75%), Optimize1qGatesDecomposition (6-15%), CommutativeCancellation (6-15%)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3931920" cy="201168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BEFORE: Interleaved read-compute-write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3657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for item in items: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result = read_dag(item)   # READ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compute(result)           # COMPUTE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mutate_dag(result)        # WRITE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# next read hits cold cache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# (edges/nodes just modified)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371600"/>
            <a:ext cx="4114800" cy="201168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4173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AFTER: Batched compute-then-apply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627632"/>
            <a:ext cx="38404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# Phase 1: compute (DAG stable, cache warm)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results = []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for item in items: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results.push(read_dag(item) + compute)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# Phase 2: apply (batch all mutations)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for result in results: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mutate_dag(result)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611880"/>
            <a:ext cx="8412480" cy="64008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333333"/>
                </a:solidFill>
                <a:latin typeface="Calibri"/>
              </a:defRPr>
            </a:pPr>
            <a:r>
              <a:t>Key insight: Separating compute from mutation enables both cache-friendly access AND rayon parallelism. Serial mode shows 1.85x from batching alone (cache-warm reads). Rayon adds further speedup on release builds (4.7-6.5x within these passes). Combined: 1.5-1.6x end-to-end on QFT circuits.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Passes Refactored (all Rust, ~470 lines changed):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00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Optimize1qGatesDecomposition: extract process_run(), pre-compute basis data, parallel threshold 500 runs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CommutationAnalysis: extract per-wire function, &amp;mut self -&gt; &amp;self on CommutationChecker, parallel threshold 100 qubits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ConsolidateBlocks: TwoQBlockAction enum, 3-phase (classify/compute/apply), parallel threshold 200 blocks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Branch: parallel-optimization-passes  |  Base: 03c640f73  |  Full diff: 03c640f73...ea4abc77c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2. Compute-Then-Apply: Benchmark Results (Release Build)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FakeTorino (133Q heavy-hex), optimization level 2, QISKIT_BUILD_PROFILE=release, 5 runs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Default Mode (Rayon ON) -- Remote Server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50876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914400"/>
                <a:gridCol w="914400"/>
              </a:tblGrid>
              <a:tr h="3135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1.52x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0.456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1.58x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~same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~same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1.11x</a:t>
                      </a:r>
                    </a:p>
                  </a:txBody>
                  <a:tcPr anchor="ctr"/>
                </a:tc>
              </a:tr>
              <a:tr h="3135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0.164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0.154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1.06x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1188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Serial Mode (Rayon OFF) -- Remote Server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50876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914400"/>
                <a:gridCol w="914400"/>
              </a:tblGrid>
              <a:tr h="3135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1.85x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2.648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1.88x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~same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~same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1.16x</a:t>
                      </a:r>
                    </a:p>
                  </a:txBody>
                  <a:tcPr anchor="ctr"/>
                </a:tc>
              </a:tr>
              <a:tr h="3135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1.04x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39319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Rayon ON vs OFF -- Isolating Threading Contribution: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4251960"/>
          <a:ext cx="7315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05840"/>
                <a:gridCol w="1005840"/>
                <a:gridCol w="1097280"/>
                <a:gridCol w="1005840"/>
                <a:gridCol w="1005840"/>
                <a:gridCol w="109728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Main: 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Main: OFF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 Rayon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Ours: 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Ours: OFF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 Rayon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5.8x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4.7x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0.456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2.648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5.8x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4.9x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6.3x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6.5x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274320" y="5577840"/>
            <a:ext cx="8595360" cy="64008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333333"/>
                </a:solidFill>
                <a:latin typeface="Calibri"/>
              </a:defRPr>
            </a:pPr>
            <a:r>
              <a:t>Takeaway: 1.5-1.6x end-to-end speedup on QFT circuits (rayon ON). In serial mode, restructuring alone gives 1.85-1.88x. Main already has rayon in SABRE (5-6x); our branch adds rayon to 3 optimization passes. Small circuits show no overhead. Gate counts identical.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2. Compute-Then-Apply: Related Upstream PRs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Three open Qiskit PRs pursue the same goal. All unmerged and on hold (May 2026).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828800"/>
                <a:gridCol w="2103120"/>
                <a:gridCol w="1828800"/>
                <a:gridCol w="210312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Their Approach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Blocker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Advantage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#16014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CommutationAnalysis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fold+reduce with rayon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Non-deterministic order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Deterministic merge by qubit index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#15567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Optimize1qGatesDecomp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OnceLock lazy init, 100K threshold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Test failures, never triggers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Simple precompute, threshold=500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#13419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ConsolidateBlocks (rewrite)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Unified pass (86 commits)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Large scope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Minimal focused change, composable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Key Implementation Differences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6616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#16014: Their fold+reduce merges IndexMaps from threads → non-deterministic iteration order (flagged by reviewer).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    Ours: collect per-wire results into Vec ordered by qubit index, merge sequentially. Deterministic, zero overhead.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#15567: OnceLock defers basis computation per-qubit with thread-safe lazy init — complex, threshold too high to trigger.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    Ours: precompute_basis_data() upfront in one pass, then stateless process_run(). No sync overhead, practical threshold.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#13419: Full rewrite unifying 3 passes. Our compute-then-apply pattern is orthogonal and can be applied to their new pass.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5669280"/>
            <a:ext cx="8595360" cy="54864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333333"/>
                </a:solidFill>
                <a:latin typeface="Calibri"/>
              </a:defRPr>
            </a:pPr>
            <a:r>
              <a:t>Recommendation: Contribute via code review on the open PRs. Our determinism fix directly solves #16014's blocker. Our precompute pattern simplifies #15567. Benchmark data validates practical thresholds for all three.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3. 3-Qubit Block Synthesis: Separability Splitting for -5% CX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Calibri"/>
              </a:defRPr>
            </a:pPr>
            <a:r>
              <a:t>Problem &amp;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Qiskit has excellent 2Q synthesis (KAK/Weyl: 0-3 CX)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but no 3Q block optimization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Many 3Q blocks contain "bystander" qubits that don't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interact -- block is really 2Q + 1Q (tensor product)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Sequential strategy: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1. Run standard 2Q optimization (existing Level 2)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2. Detect separable 3Q blocks (identity coefficient test)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3. Split into 2Q + 1Q, route 2Q through KAK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4. Guard QSD with &gt;14 CX threshold for remainder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803E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3444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Separability accounts for 90% of all gains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(8,966 of 9,964 CX gates saved)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After 2Q KAK optimization, separability becomes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more prevalent: 1,498 blocks vs ~500 before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(KAK consolidation creates tensor-product structures)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QSD contributes only 10% of savings, and only on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circuits with dense 3Q blocks (e.g., multiplier)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Results: 8 Benchmark Circuits on FakeTorino, Level 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25196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1554480"/>
                <a:gridCol w="1371600"/>
                <a:gridCol w="1828800"/>
              </a:tblGrid>
              <a:tr h="304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CX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3Q Opt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CX Reduction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Separable Blocks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9,528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9,279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-2.6%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312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96,474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91,932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-4.7%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QAOA_100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-5.7%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52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Random_100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12,845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12,137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-5.5%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Multiplier_10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4,120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3,861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-6.3%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181 (QSD)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Recommendation: Implement separability splitting as a Python pass (low effort, high impact). Guard QSD with &gt;14 CX threshold for targeted gains on dense circuits.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530AD"/>
                </a:solidFill>
                <a:latin typeface="Calibri"/>
              </a:defRPr>
            </a:pPr>
            <a:r>
              <a:t>Summary &amp; Next Steps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645920"/>
                <a:gridCol w="3200400"/>
                <a:gridCol w="1645920"/>
              </a:tblGrid>
              <a:tr h="3429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Investigation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Effort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Optimization Loop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Implemented + verified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Skip redundant iterations, 0 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 (flag change)</a:t>
                      </a:r>
                    </a:p>
                  </a:txBody>
                  <a:tcPr anchor="ctr"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Compute-Then-Apply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Implemented (fork)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1.5-1.9x speedup (release build)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 (Rust refactor)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3Q Block Synthesis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Prototype done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-5% CX gates across benchmarks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 (Python pass)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All three optimizations are orthogonal -- they compose without interference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Optimization loop: track opportunity-producing passes, not consumers (solves idempotency problem)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Compute-then-apply: separating reads from writes enables both cache efficiency AND rayon parallelism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3Q synthesis gains are dominated by separability (90%), not decomposition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9377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Seek feedback from Qiskit transpiler team on all three proposals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Optimization loop: upstream PR with opportunity-driven flag approach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Compute-then-apply: submit PR to Qiskit (branch: parallel-optimization-passes)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3Q synthesis: implement separability pass, integrate into Level 2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All code, benchmarks, and investigation docs: github.com/hfwen0502/qiskit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